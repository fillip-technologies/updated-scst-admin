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7556500" cy="1037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"/>
            <a:ext cx="7556500" cy="1051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0"/>
            <a:ext cx="7556500" cy="10680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
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550"/>
            <a:ext cx="7556500" cy="1027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00"/>
            <a:ext cx="7556500" cy="1041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00"/>
            <a:ext cx="7556500" cy="1041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